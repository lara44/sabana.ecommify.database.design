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12280" y="320040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20040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90104" y="320040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29016" y="320040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67928" y="320040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12280" y="758952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51192" y="758952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90104" y="758952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29016" y="758952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67928" y="758952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12280" y="1197864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51192" y="1197864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90104" y="1197864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29016" y="1197864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67928" y="1197864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12280" y="1636776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51192" y="1636776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0104" y="1636776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29016" y="1636776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67928" y="1636776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2075688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1192" y="2075688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90104" y="2075688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29016" y="2075688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67928" y="2075688"/>
            <a:ext cx="73152" cy="73152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91440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Ecommify</a:t>
            </a:r>
            <a:endParaRPr lang="en-US" sz="5400" dirty="0"/>
          </a:p>
        </p:txBody>
      </p:sp>
      <p:sp>
        <p:nvSpPr>
          <p:cNvPr id="30" name="Text 28"/>
          <p:cNvSpPr/>
          <p:nvPr/>
        </p:nvSpPr>
        <p:spPr>
          <a:xfrm>
            <a:off x="502920" y="18745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2800" dirty="0"/>
          </a:p>
        </p:txBody>
      </p:sp>
      <p:sp>
        <p:nvSpPr>
          <p:cNvPr id="31" name="Shape 29"/>
          <p:cNvSpPr/>
          <p:nvPr/>
        </p:nvSpPr>
        <p:spPr>
          <a:xfrm>
            <a:off x="502920" y="2651760"/>
            <a:ext cx="457200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8346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relacional avanzado — PostgreSQL + MongoDB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2920" y="42062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Caballero García   ·   Astrid Carolina Rodríguez Cristancho   ·   Brian Maldonado   ·   Luis Alberto Rojas Adames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02920" y="46634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2  ·  Maestría en Arquitectura de Software  ·  Universidad de La Sabana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B3C"/>
          </a:solidFill>
          <a:ln w="12700">
            <a:solidFill>
              <a:srgbClr val="0F1B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&amp; Decisión Arquitectónica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2743200" cy="1097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972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🛒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143000" y="2267712"/>
            <a:ext cx="1097280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42316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Ecommify gestiona pedidos, pagos, clientes, vendedores y catálogo de productos en un entorno e-commerce de alta transaccionalidad.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0" y="86868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868680"/>
            <a:ext cx="2743200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0972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⚡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23360" y="2267712"/>
            <a:ext cx="10972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242316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Dominios con necesidades distintas: transacciones ACID para pedidos y pagos, vs catálogo flexible y analítica de alta lectura.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80760" y="86868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868680"/>
            <a:ext cx="2743200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10972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🎯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172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903720" y="2267712"/>
            <a:ext cx="10972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42316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híbrida: PostgreSQL en Amazon RDS para el módulo transaccional, MongoDB Atlas para catálogo analítico y reseñas.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B3C"/>
          </a:solidFill>
          <a:ln w="12700">
            <a:solidFill>
              <a:srgbClr val="0F1B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ER Conceptual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943600" y="164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Módulo Transaccional-Analítico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777240"/>
            <a:ext cx="877824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B3C"/>
          </a:solidFill>
          <a:ln w="12700">
            <a:solidFill>
              <a:srgbClr val="0F1B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Lógico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0" y="1645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· NULL/NOT NULL · Claves · Constraints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777240"/>
            <a:ext cx="877824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B3C"/>
          </a:solidFill>
          <a:ln w="12700">
            <a:solidFill>
              <a:srgbClr val="0F1B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Avanzados &amp; Extensiones PostgreSQL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54864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91440" cy="868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418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TEXT[]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3441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products.images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011680" y="9601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Múltiples URLs de imágenes en S3 sin tabla adicional. Permite array_append() y consultas con ANY().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874520"/>
            <a:ext cx="54864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874520"/>
            <a:ext cx="91440" cy="8686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9476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2350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product_details.attributes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11680" y="196596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variables por categoría (RAM, tallas, ISBN). Indexable con GIN, consultable con operadores @&gt; y -&gt;.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880360"/>
            <a:ext cx="54864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880360"/>
            <a:ext cx="91440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5351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33558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IDs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11680" y="297180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gen_random_uuid() via pgcrypto. Portabilidad entre motores y clave de sincronización con MongoDB.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886200"/>
            <a:ext cx="54864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886200"/>
            <a:ext cx="91440" cy="868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9593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TIMESTAMPTZ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4361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fechas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011680" y="397764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horaria explícita. Crítico para operaciones con vendedores y clientes en múltiples regiones.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804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035040" y="1261872"/>
            <a:ext cx="28346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35040" y="1261872"/>
            <a:ext cx="2834640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72200" y="14264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pgcrypto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72200" y="177393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UUIDs con gen_random_uuid()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35040" y="2496312"/>
            <a:ext cx="28346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2496312"/>
            <a:ext cx="2834640" cy="91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66090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pg_trgm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300837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fuzzy en products.name — tolera errores tipográficos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035040" y="3730752"/>
            <a:ext cx="28346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35040" y="3730752"/>
            <a:ext cx="2834640" cy="91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72200" y="389534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postgis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172200" y="424281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geoespaciales sobre geolocations (RDS / Supabase)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B3C"/>
          </a:solidFill>
          <a:ln w="12700">
            <a:solidFill>
              <a:srgbClr val="0F1B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Referencia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754880" y="1645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Cloud · VPC · RDS · S3 · MongoDB Atlas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7400" y="777240"/>
            <a:ext cx="5029200" cy="4251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903720" y="1005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clave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903720" y="1417320"/>
            <a:ext cx="164592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50608" y="13898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→ API REST C# .NET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903720" y="2075688"/>
            <a:ext cx="164592" cy="164592"/>
          </a:xfrm>
          <a:prstGeom prst="rect">
            <a:avLst/>
          </a:prstGeom>
          <a:solidFill>
            <a:srgbClr val="0F1B3C"/>
          </a:solidFill>
          <a:ln w="12700">
            <a:solidFill>
              <a:srgbClr val="0F1B3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50608" y="204825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RDS PostgreSQL (ACID)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903720" y="2734056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50608" y="270662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Storage (imágenes)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903720" y="3392424"/>
            <a:ext cx="164592" cy="164592"/>
          </a:xfrm>
          <a:prstGeom prst="rect">
            <a:avLst/>
          </a:prstGeom>
          <a:solidFill>
            <a:srgbClr val="00ED64"/>
          </a:solidFill>
          <a:ln w="12700">
            <a:solidFill>
              <a:srgbClr val="00ED6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50608" y="33649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· Cloud External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B3C"/>
          </a:solidFill>
          <a:ln w="12700">
            <a:solidFill>
              <a:srgbClr val="0F1B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Arquitectónicas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41248"/>
            <a:ext cx="4206240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69848"/>
            <a:ext cx="475488" cy="47548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88136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78992" y="1024128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para el módulo transaccional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78992" y="1591056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Pedidos, pagos y clientes exigen integridad referencial estricta. La restricción es de negocio, no técnica.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841248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841248"/>
            <a:ext cx="4206240" cy="91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0" y="1069848"/>
            <a:ext cx="475488" cy="47548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088136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59552" y="1024128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TEXT[] y JSONB en el mismo esquema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559552" y="1591056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tablas satélite innecesarias. PostgreSQL ofrece variabilidad estructural sin perder el control transaccional.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898648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898648"/>
            <a:ext cx="42062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127248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145536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78992" y="3081528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en cloud externo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78992" y="3648456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Desacopla la carga analítica. Acepta latencia eventual a cambio de escalabilidad diferenciada por dominio.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898648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2898648"/>
            <a:ext cx="4206240" cy="91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37760" y="3127248"/>
            <a:ext cx="475488" cy="47548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3145536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559552" y="3081528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 como clave de sincronización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59552" y="3648456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motores referencian la misma entidad sin dependencia directa. El ETL sincroniza sin acoplar esquemas.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B3C"/>
          </a:solidFill>
          <a:ln w="12700">
            <a:solidFill>
              <a:srgbClr val="0F1B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&amp; Entregables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2788920" cy="4069080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2788920" cy="5669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859536"/>
            <a:ext cx="2578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 01_architecture/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" y="1536192"/>
            <a:ext cx="54864" cy="2560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01_er_conceptual.png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" y="2194560"/>
            <a:ext cx="54864" cy="2560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1671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02_logical_schema.png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852928"/>
            <a:ext cx="54864" cy="2560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2549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03_reference_architecture.png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804672"/>
            <a:ext cx="2788920" cy="4069080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0" y="804672"/>
            <a:ext cx="2788920" cy="5669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10128" y="859536"/>
            <a:ext cx="2578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02_objects/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364992" y="1536192"/>
            <a:ext cx="54864" cy="2560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0440" y="1508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ecommify_er.drawio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64992" y="2194560"/>
            <a:ext cx="54864" cy="2560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0440" y="21671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Tab 1: ER Conceptual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64992" y="2852928"/>
            <a:ext cx="54864" cy="2560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0440" y="282549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Tab 2: Esquema Lógico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4992" y="3511296"/>
            <a:ext cx="54864" cy="2560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20440" y="3483864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Tab 3: Arq. Referencia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804672"/>
            <a:ext cx="2788920" cy="4069080"/>
          </a:xfrm>
          <a:prstGeom prst="rect">
            <a:avLst/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804672"/>
            <a:ext cx="2788920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859536"/>
            <a:ext cx="2578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03_scripts/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91072" y="1536192"/>
            <a:ext cx="54864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1508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01_ddl_schema.sql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91072" y="2194560"/>
            <a:ext cx="54864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1671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02_indexes.sql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91072" y="2852928"/>
            <a:ext cx="54864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46520" y="282549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03_seed_data.sql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91072" y="3511296"/>
            <a:ext cx="54864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46520" y="3483864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04_queries_demo.sql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github.com/lara44/sabana.ecommify.database.design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0" y="274320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16368" y="274320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91856" y="274320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67344" y="274320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0" y="749808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16368" y="749808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91856" y="749808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67344" y="749808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0" y="1225296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16368" y="1225296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91856" y="1225296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1225296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0" y="1700784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16368" y="1700784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91856" y="1700784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67344" y="1700784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40880" y="2176272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16368" y="2176272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91856" y="2176272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7344" y="2176272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40880" y="2651760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516368" y="2651760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91856" y="2651760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67344" y="2651760"/>
            <a:ext cx="82296" cy="82296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27432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3200" dirty="0"/>
          </a:p>
        </p:txBody>
      </p:sp>
      <p:sp>
        <p:nvSpPr>
          <p:cNvPr id="29" name="Shape 27"/>
          <p:cNvSpPr/>
          <p:nvPr/>
        </p:nvSpPr>
        <p:spPr>
          <a:xfrm>
            <a:off x="411480" y="1097280"/>
            <a:ext cx="256032" cy="25603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1115568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04672" y="1069848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 único motor óptimo — la decisión se tomó por restricciones de negocio, no por preferencia técnica.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11480" y="1847088"/>
            <a:ext cx="256032" cy="25603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1865376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04672" y="1819656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asume el módulo transaccional porque la integridad referencial es una garantía que el negocio exige.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11480" y="2596896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2615184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04672" y="2569464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TEXT[] y JSONB dentro del mismo esquema evitan complejidad innecesaria manteniendo el control del motor relacional.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11480" y="3346704"/>
            <a:ext cx="256032" cy="25603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336499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4672" y="3319272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en cloud externo acepta latencia eventual a cambio de escalabilidad diferenciada por dominio.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11480" y="4096512"/>
            <a:ext cx="256032" cy="256032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4114800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04672" y="4069080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UUID compartido es la decisión de integración que permite autonomía sin acoplamiento entre esquemas.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Ecommify · Database Design</dc:title>
  <dc:subject>PptxGenJS Presentation</dc:subject>
  <dc:creator>PptxGenJS</dc:creator>
  <cp:lastModifiedBy>PptxGenJS</cp:lastModifiedBy>
  <cp:revision>1</cp:revision>
  <dcterms:created xsi:type="dcterms:W3CDTF">2026-05-25T14:53:05Z</dcterms:created>
  <dcterms:modified xsi:type="dcterms:W3CDTF">2026-05-25T14:53:05Z</dcterms:modified>
</cp:coreProperties>
</file>